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29419"/>
            <a:ext cx="9144000" cy="2258204"/>
          </a:xfrm>
        </p:spPr>
        <p:txBody>
          <a:bodyPr>
            <a:normAutofit/>
          </a:bodyPr>
          <a:lstStyle/>
          <a:p>
            <a:r>
              <a:rPr lang="en-US" sz="5400" dirty="0" smtClean="0">
                <a:cs typeface="Calibri Light"/>
              </a:rPr>
              <a:t>Online </a:t>
            </a:r>
            <a:r>
              <a:rPr lang="en-US" sz="5400" dirty="0" smtClean="0">
                <a:cs typeface="Calibri Light"/>
              </a:rPr>
              <a:t>Fitness Application</a:t>
            </a:r>
            <a:endParaRPr 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5118100" y="5130800"/>
            <a:ext cx="534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- Manthan J. </a:t>
            </a:r>
            <a:r>
              <a:rPr lang="en-US" sz="2400" dirty="0" err="1" smtClean="0"/>
              <a:t>Deshmukh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7106DB-0CF9-42EE-A3E7-79A06202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Problem Statement:-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EAEE93-218C-461D-8575-3180C8DEA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People with intellectual disabilities have high prevalence of physical inactivity and high rates of preventable health conditions, including obesity and cardiovascular disease</a:t>
            </a:r>
            <a:r>
              <a:rPr lang="en-US" dirty="0" smtClean="0"/>
              <a:t>.</a:t>
            </a:r>
          </a:p>
          <a:p>
            <a:r>
              <a:rPr lang="en-US" dirty="0"/>
              <a:t> Increased participation in fitness and wellness activities can improve their overall health and well-being</a:t>
            </a:r>
            <a:r>
              <a:rPr lang="en-US" dirty="0" smtClean="0"/>
              <a:t>.</a:t>
            </a:r>
          </a:p>
          <a:p>
            <a:r>
              <a:rPr lang="en-US" dirty="0"/>
              <a:t>However, many fitness and wellness organizations do not know how to effectively serve this population </a:t>
            </a:r>
            <a:r>
              <a:rPr lang="en-US" dirty="0" smtClean="0"/>
              <a:t>nor how </a:t>
            </a:r>
            <a:r>
              <a:rPr lang="en-US" dirty="0"/>
              <a:t>to support their inclusion into their programs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239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5900" y="342900"/>
            <a:ext cx="2918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PoJo</a:t>
            </a:r>
            <a:r>
              <a:rPr lang="en-US" sz="2800" dirty="0" smtClean="0"/>
              <a:t> Class:-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0" y="1000124"/>
            <a:ext cx="7391400" cy="52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51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100" y="444500"/>
            <a:ext cx="298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Service Interface:-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1" y="1473200"/>
            <a:ext cx="5727700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9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00" y="647700"/>
            <a:ext cx="3416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Repository Interface:-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1847850"/>
            <a:ext cx="5346699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4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3800" y="2794000"/>
            <a:ext cx="7251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Thank You..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94657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1337</TotalTime>
  <Words>47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Online Fitness Application</vt:lpstr>
      <vt:lpstr>Problem Statement:-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Deshmukh, Manthan</cp:lastModifiedBy>
  <cp:revision>141</cp:revision>
  <dcterms:created xsi:type="dcterms:W3CDTF">2013-07-15T20:26:40Z</dcterms:created>
  <dcterms:modified xsi:type="dcterms:W3CDTF">2019-04-02T13:52:42Z</dcterms:modified>
</cp:coreProperties>
</file>